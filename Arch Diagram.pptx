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75" r:id="rId2"/>
    <p:sldId id="27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F3E9"/>
    <a:srgbClr val="FBDCDB"/>
    <a:srgbClr val="FBD9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0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824" y="13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22" d="100"/>
          <a:sy n="122" d="100"/>
        </p:scale>
        <p:origin x="5004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F8AAB2-3824-43F1-A320-57711B9DEB5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A541C-26D2-4505-8E71-06E1E3D20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032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A541C-26D2-4505-8E71-06E1E3D2002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1957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BBEB4-5EE2-0CD0-BA07-421E8329A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5CDCDC-EF02-D39A-C642-ABDAA1DB65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1FF319-21BC-08FE-972B-D0B3CFA72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1DF16-80E9-E2AA-7333-8A29D0ED04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A541C-26D2-4505-8E71-06E1E3D2002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687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67526-ABAA-F030-ACA0-DCF22F7973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B78F89-47CF-51F7-2990-2A9C7DDBAE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1"/>
            </a:lvl3pPr>
            <a:lvl4pPr marL="1371635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8" indent="0" algn="ctr">
              <a:buNone/>
              <a:defRPr sz="1600"/>
            </a:lvl7pPr>
            <a:lvl8pPr marL="3200481" indent="0" algn="ctr">
              <a:buNone/>
              <a:defRPr sz="1600"/>
            </a:lvl8pPr>
            <a:lvl9pPr marL="3657692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66880-BAC9-DFD3-F559-37C444845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A7E4F-9010-4417-9558-86142249C83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54483-6642-402A-AFEF-70856B7EB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5C5EF-392E-E325-B49C-C7142C767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AC0F1-83B6-468A-BFA2-F80EB3EED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685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6CA88-804A-B7E6-3406-2B48B7FD5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8639D-AC95-F80C-506D-9742F1D66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AB56F-8210-AA80-F7CD-4E13D3219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A7E4F-9010-4417-9558-86142249C83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22416-9E77-BD21-8566-1B115D241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DDF6A-1720-09E3-7A07-8BA73E298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AC0F1-83B6-468A-BFA2-F80EB3EED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234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D0234-3A88-975D-2E2A-05FABEB72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3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DB820-2195-5459-AD11-4FDA0B7B5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3" y="4589466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11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22" indent="0">
              <a:buNone/>
              <a:defRPr sz="1801">
                <a:solidFill>
                  <a:schemeClr val="tx1">
                    <a:tint val="82000"/>
                  </a:schemeClr>
                </a:solidFill>
              </a:defRPr>
            </a:lvl3pPr>
            <a:lvl4pPr marL="1371635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68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8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92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3C8FF-6E2E-9298-EEA8-AD5EA3A50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A7E4F-9010-4417-9558-86142249C83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4E1EF-F74D-D281-2BF9-114DF8717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70A06-C0E7-DB07-3494-B408310ED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AC0F1-83B6-468A-BFA2-F80EB3EED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58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F9DD9-BE3A-E683-095E-10F93B22D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F178D-9936-EFD4-A995-3ADC61D416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20F351-A23C-53FB-1AAA-F8B69BA039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387890-D647-B1FA-ACF8-FD6275DEC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A7E4F-9010-4417-9558-86142249C83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73EC5E-86BA-D57D-E429-6F94F68DE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E98523-8481-78EA-9EB0-5C4005E07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AC0F1-83B6-468A-BFA2-F80EB3EED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974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1A0E7-8733-76FA-0950-12F7DECAB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EBCB7E-2BEF-FB5D-E389-C15169D74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3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2" indent="0">
              <a:buNone/>
              <a:defRPr sz="1801" b="1"/>
            </a:lvl3pPr>
            <a:lvl4pPr marL="1371635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8" indent="0">
              <a:buNone/>
              <a:defRPr sz="1600" b="1"/>
            </a:lvl7pPr>
            <a:lvl8pPr marL="3200481" indent="0">
              <a:buNone/>
              <a:defRPr sz="1600" b="1"/>
            </a:lvl8pPr>
            <a:lvl9pPr marL="3657692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A05402-AC1E-04A0-3D8F-65CEB8B679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3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237278-C2BE-5324-C2F9-1E357E8457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2" indent="0">
              <a:buNone/>
              <a:defRPr sz="1801" b="1"/>
            </a:lvl3pPr>
            <a:lvl4pPr marL="1371635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8" indent="0">
              <a:buNone/>
              <a:defRPr sz="1600" b="1"/>
            </a:lvl7pPr>
            <a:lvl8pPr marL="3200481" indent="0">
              <a:buNone/>
              <a:defRPr sz="1600" b="1"/>
            </a:lvl8pPr>
            <a:lvl9pPr marL="3657692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B68CB0-3249-E03C-5053-820FD95298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AD1ED0-33BB-BFA7-F250-FDE715B5F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A7E4F-9010-4417-9558-86142249C83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D509E6-AA79-9799-62FD-406239BAE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D2C171-CFE3-E1D1-E74A-1FFF7CE1E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AC0F1-83B6-468A-BFA2-F80EB3EED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649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1E03C-05CB-6BE6-F468-C01114148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02A7CE-4977-C80B-37FB-4665511CC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A7E4F-9010-4417-9558-86142249C83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1DDC31-FF08-96E4-5BA1-B0804B56F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0F8443-0DE8-348E-CE36-DAEE6FAF1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AC0F1-83B6-468A-BFA2-F80EB3EED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948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A4E197-4F2F-D2C5-CF84-584DAD0C4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A7E4F-9010-4417-9558-86142249C83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BC9345-A2D0-644B-3CAF-7B1A65E7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65C3CB-9E62-2808-761C-5F898EA33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AC0F1-83B6-468A-BFA2-F80EB3EED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004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3AFFB-4E7F-7022-816A-61CB6832F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BE112-27B8-8CBB-CCAE-B3564D3B7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2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D8662C-9101-00BF-8FD5-599AAC2362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2" indent="0">
              <a:buNone/>
              <a:defRPr sz="1200"/>
            </a:lvl3pPr>
            <a:lvl4pPr marL="1371635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8" indent="0">
              <a:buNone/>
              <a:defRPr sz="1001"/>
            </a:lvl7pPr>
            <a:lvl8pPr marL="3200481" indent="0">
              <a:buNone/>
              <a:defRPr sz="1001"/>
            </a:lvl8pPr>
            <a:lvl9pPr marL="3657692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FCF0B-01A7-5461-883A-0DC28BB77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A7E4F-9010-4417-9558-86142249C83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910D74-ECE2-FF88-3B38-E21004AAF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782478-5634-0A72-49DD-2119F8483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AC0F1-83B6-468A-BFA2-F80EB3EED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08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21350-21FB-687F-5A54-DACA75115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2430F4-9C16-2BE8-2115-B8D020FFED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92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11" indent="0">
              <a:buNone/>
              <a:defRPr sz="2800"/>
            </a:lvl2pPr>
            <a:lvl3pPr marL="914422" indent="0">
              <a:buNone/>
              <a:defRPr sz="2400"/>
            </a:lvl3pPr>
            <a:lvl4pPr marL="1371635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8" indent="0">
              <a:buNone/>
              <a:defRPr sz="2000"/>
            </a:lvl7pPr>
            <a:lvl8pPr marL="3200481" indent="0">
              <a:buNone/>
              <a:defRPr sz="2000"/>
            </a:lvl8pPr>
            <a:lvl9pPr marL="3657692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B4AF10-8D75-AD4F-FF54-9DACF35EE9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2" indent="0">
              <a:buNone/>
              <a:defRPr sz="1200"/>
            </a:lvl3pPr>
            <a:lvl4pPr marL="1371635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8" indent="0">
              <a:buNone/>
              <a:defRPr sz="1001"/>
            </a:lvl7pPr>
            <a:lvl8pPr marL="3200481" indent="0">
              <a:buNone/>
              <a:defRPr sz="1001"/>
            </a:lvl8pPr>
            <a:lvl9pPr marL="3657692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E277B8-3074-6C49-71D3-344904D7C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A7E4F-9010-4417-9558-86142249C83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9BF6BB-3FFB-1C28-B415-66533AA4D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3B7D37-F906-DCB6-A7B1-C54B21ABE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AC0F1-83B6-468A-BFA2-F80EB3EED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692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70A8F-2582-EB98-AD78-A12E51644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13A02B-402A-AE94-6884-5DB5BB5CA5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93E58-71E1-5EB3-20A0-90FAEE417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A7E4F-9010-4417-9558-86142249C83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EE82A-24BD-83A4-A47B-E378323FE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B1642-0315-3A74-B4E0-7FA0271C1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AC0F1-83B6-468A-BFA2-F80EB3EED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268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8B2836-C658-1FDB-9E26-75994D5499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B1E1FD-A227-4FB2-FF8A-AD3EE36E69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D00E4-E04D-0C5A-93C6-0DC1C3C64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A7E4F-9010-4417-9558-86142249C83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3F4F0-FF7E-88A3-FCF6-075CBE570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54A4D-08FF-9535-1A61-A488C1B92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AC0F1-83B6-468A-BFA2-F80EB3EED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1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7B8F3F-B22D-8692-5024-D3E365593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5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7E3E8-ADC0-3E01-C542-2EA180731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5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17E14-E523-185C-3062-D1C00A4765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DA7E4F-9010-4417-9558-86142249C83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A7518-6C82-3214-776C-90B083E32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5" y="635635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DAC73-CA61-B432-750F-1DD9381364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7AC0F1-83B6-468A-BFA2-F80EB3EED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80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2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7" indent="-228607" algn="l" defTabSz="914422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7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9" indent="-228607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7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3" indent="-228607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4" indent="-228607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7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7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7" indent="-228607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22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1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7FE7B-5973-B61F-A855-D2997DBB6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41EBB312-158B-46DF-84A1-8EE214364C76}"/>
              </a:ext>
            </a:extLst>
          </p:cNvPr>
          <p:cNvGrpSpPr/>
          <p:nvPr/>
        </p:nvGrpSpPr>
        <p:grpSpPr>
          <a:xfrm rot="16200000">
            <a:off x="2173714" y="2674967"/>
            <a:ext cx="2607070" cy="1292244"/>
            <a:chOff x="2799205" y="3704735"/>
            <a:chExt cx="2469823" cy="1809946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8869A2A8-7218-7C36-D84B-FEB68624483E}"/>
                </a:ext>
              </a:extLst>
            </p:cNvPr>
            <p:cNvSpPr/>
            <p:nvPr/>
          </p:nvSpPr>
          <p:spPr>
            <a:xfrm>
              <a:off x="2799205" y="3704735"/>
              <a:ext cx="2469823" cy="1809946"/>
            </a:xfrm>
            <a:prstGeom prst="roundRect">
              <a:avLst>
                <a:gd name="adj" fmla="val 5844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Fully Connected Layer 1</a:t>
              </a:r>
            </a:p>
          </p:txBody>
        </p:sp>
        <p:sp>
          <p:nvSpPr>
            <p:cNvPr id="10" name="Round Same Side Corner Rectangle 9">
              <a:extLst>
                <a:ext uri="{FF2B5EF4-FFF2-40B4-BE49-F238E27FC236}">
                  <a16:creationId xmlns:a16="http://schemas.microsoft.com/office/drawing/2014/main" id="{8CE7D34E-7B32-0309-9077-FC1D94299828}"/>
                </a:ext>
              </a:extLst>
            </p:cNvPr>
            <p:cNvSpPr/>
            <p:nvPr/>
          </p:nvSpPr>
          <p:spPr>
            <a:xfrm>
              <a:off x="2868705" y="4168589"/>
              <a:ext cx="2330823" cy="422266"/>
            </a:xfrm>
            <a:prstGeom prst="round2SameRect">
              <a:avLst/>
            </a:prstGeom>
            <a:gradFill>
              <a:gsLst>
                <a:gs pos="100000">
                  <a:srgbClr val="D6E9D6"/>
                </a:gs>
                <a:gs pos="0">
                  <a:schemeClr val="bg1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Linear (3</a:t>
              </a:r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64)</a:t>
              </a:r>
              <a:endPara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Round Same Side Corner Rectangle 10">
              <a:extLst>
                <a:ext uri="{FF2B5EF4-FFF2-40B4-BE49-F238E27FC236}">
                  <a16:creationId xmlns:a16="http://schemas.microsoft.com/office/drawing/2014/main" id="{4D67B755-88A5-A159-EE80-996CF80E32BF}"/>
                </a:ext>
              </a:extLst>
            </p:cNvPr>
            <p:cNvSpPr/>
            <p:nvPr/>
          </p:nvSpPr>
          <p:spPr>
            <a:xfrm rot="10800000">
              <a:off x="2868702" y="5013119"/>
              <a:ext cx="2330823" cy="422267"/>
            </a:xfrm>
            <a:prstGeom prst="round2SameRect">
              <a:avLst/>
            </a:prstGeom>
            <a:gradFill>
              <a:gsLst>
                <a:gs pos="100000">
                  <a:srgbClr val="F9CDCB"/>
                </a:gs>
                <a:gs pos="0">
                  <a:schemeClr val="bg1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E5180DF-667E-9E23-4010-922414B71155}"/>
                </a:ext>
              </a:extLst>
            </p:cNvPr>
            <p:cNvSpPr/>
            <p:nvPr/>
          </p:nvSpPr>
          <p:spPr>
            <a:xfrm>
              <a:off x="2868704" y="4590855"/>
              <a:ext cx="2330821" cy="422265"/>
            </a:xfrm>
            <a:prstGeom prst="rect">
              <a:avLst/>
            </a:prstGeom>
            <a:gradFill>
              <a:gsLst>
                <a:gs pos="100000">
                  <a:srgbClr val="FFF4CF"/>
                </a:gs>
                <a:gs pos="0">
                  <a:schemeClr val="bg1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ReLU</a:t>
              </a:r>
              <a:endPara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7BB3A12-DB2B-84C4-A77E-DDB50526707D}"/>
                </a:ext>
              </a:extLst>
            </p:cNvPr>
            <p:cNvSpPr txBox="1"/>
            <p:nvPr/>
          </p:nvSpPr>
          <p:spPr>
            <a:xfrm>
              <a:off x="3000341" y="5001246"/>
              <a:ext cx="2177593" cy="4741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Dropout (0.2)</a:t>
              </a:r>
            </a:p>
          </p:txBody>
        </p:sp>
      </p:grp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5F39B232-6AF0-CA09-2178-A2FDA89B7BCB}"/>
              </a:ext>
            </a:extLst>
          </p:cNvPr>
          <p:cNvSpPr/>
          <p:nvPr/>
        </p:nvSpPr>
        <p:spPr>
          <a:xfrm rot="16200000">
            <a:off x="6561678" y="3024575"/>
            <a:ext cx="2246108" cy="593021"/>
          </a:xfrm>
          <a:prstGeom prst="roundRect">
            <a:avLst/>
          </a:prstGeom>
          <a:gradFill>
            <a:gsLst>
              <a:gs pos="100000">
                <a:srgbClr val="DAE4F4"/>
              </a:gs>
              <a:gs pos="0">
                <a:schemeClr val="bg1"/>
              </a:gs>
            </a:gsLst>
            <a:path path="circle">
              <a:fillToRect l="50000" t="50000" r="50000" b="50000"/>
            </a:path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 Output (16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1)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F262B175-84A1-34C3-9509-E2CD3D05AC4B}"/>
              </a:ext>
            </a:extLst>
          </p:cNvPr>
          <p:cNvSpPr/>
          <p:nvPr/>
        </p:nvSpPr>
        <p:spPr>
          <a:xfrm>
            <a:off x="8608010" y="3244590"/>
            <a:ext cx="1005776" cy="357806"/>
          </a:xfrm>
          <a:prstGeom prst="roundRect">
            <a:avLst/>
          </a:prstGeom>
          <a:gradFill>
            <a:gsLst>
              <a:gs pos="100000">
                <a:srgbClr val="FF5A3E"/>
              </a:gs>
              <a:gs pos="0">
                <a:schemeClr val="bg1"/>
              </a:gs>
            </a:gsLst>
            <a:path path="circle">
              <a:fillToRect l="50000" t="50000" r="50000" b="50000"/>
            </a:path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Stiffness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C6126D5-7F45-9617-F271-52A5D44C9AB4}"/>
              </a:ext>
            </a:extLst>
          </p:cNvPr>
          <p:cNvGrpSpPr/>
          <p:nvPr/>
        </p:nvGrpSpPr>
        <p:grpSpPr>
          <a:xfrm rot="16200000">
            <a:off x="3673648" y="2674965"/>
            <a:ext cx="2607070" cy="1292244"/>
            <a:chOff x="2799205" y="3704735"/>
            <a:chExt cx="2469823" cy="1809946"/>
          </a:xfrm>
        </p:grpSpPr>
        <p:sp>
          <p:nvSpPr>
            <p:cNvPr id="3" name="Rounded Rectangle 7">
              <a:extLst>
                <a:ext uri="{FF2B5EF4-FFF2-40B4-BE49-F238E27FC236}">
                  <a16:creationId xmlns:a16="http://schemas.microsoft.com/office/drawing/2014/main" id="{86A44E11-19A3-D119-F860-58414BCBCBAB}"/>
                </a:ext>
              </a:extLst>
            </p:cNvPr>
            <p:cNvSpPr/>
            <p:nvPr/>
          </p:nvSpPr>
          <p:spPr>
            <a:xfrm>
              <a:off x="2799205" y="3704735"/>
              <a:ext cx="2469823" cy="1809946"/>
            </a:xfrm>
            <a:prstGeom prst="roundRect">
              <a:avLst>
                <a:gd name="adj" fmla="val 5844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Fully Connected Layer 2</a:t>
              </a:r>
            </a:p>
          </p:txBody>
        </p:sp>
        <p:sp>
          <p:nvSpPr>
            <p:cNvPr id="4" name="Round Same Side Corner Rectangle 9">
              <a:extLst>
                <a:ext uri="{FF2B5EF4-FFF2-40B4-BE49-F238E27FC236}">
                  <a16:creationId xmlns:a16="http://schemas.microsoft.com/office/drawing/2014/main" id="{51EBC062-E72F-F9B2-9AD9-4DA193D8E2C3}"/>
                </a:ext>
              </a:extLst>
            </p:cNvPr>
            <p:cNvSpPr/>
            <p:nvPr/>
          </p:nvSpPr>
          <p:spPr>
            <a:xfrm>
              <a:off x="2868705" y="4168589"/>
              <a:ext cx="2330823" cy="422266"/>
            </a:xfrm>
            <a:prstGeom prst="round2SameRect">
              <a:avLst/>
            </a:prstGeom>
            <a:gradFill>
              <a:gsLst>
                <a:gs pos="100000">
                  <a:srgbClr val="D6E9D6"/>
                </a:gs>
                <a:gs pos="0">
                  <a:schemeClr val="bg1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Linear (64</a:t>
              </a:r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32)</a:t>
              </a:r>
              <a:endPara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Round Same Side Corner Rectangle 10">
              <a:extLst>
                <a:ext uri="{FF2B5EF4-FFF2-40B4-BE49-F238E27FC236}">
                  <a16:creationId xmlns:a16="http://schemas.microsoft.com/office/drawing/2014/main" id="{7C39ED90-62C6-C4FB-00BD-CD1EDA7C680E}"/>
                </a:ext>
              </a:extLst>
            </p:cNvPr>
            <p:cNvSpPr/>
            <p:nvPr/>
          </p:nvSpPr>
          <p:spPr>
            <a:xfrm rot="10800000">
              <a:off x="2868702" y="5013119"/>
              <a:ext cx="2330823" cy="422267"/>
            </a:xfrm>
            <a:prstGeom prst="round2SameRect">
              <a:avLst/>
            </a:prstGeom>
            <a:gradFill>
              <a:gsLst>
                <a:gs pos="100000">
                  <a:srgbClr val="F9CDCB"/>
                </a:gs>
                <a:gs pos="0">
                  <a:schemeClr val="bg1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AD121C1-BB52-19A3-49EA-4CA4985C4BAD}"/>
                </a:ext>
              </a:extLst>
            </p:cNvPr>
            <p:cNvSpPr/>
            <p:nvPr/>
          </p:nvSpPr>
          <p:spPr>
            <a:xfrm>
              <a:off x="2868704" y="4590855"/>
              <a:ext cx="2330821" cy="422265"/>
            </a:xfrm>
            <a:prstGeom prst="rect">
              <a:avLst/>
            </a:prstGeom>
            <a:gradFill>
              <a:gsLst>
                <a:gs pos="100000">
                  <a:srgbClr val="FFF4CF"/>
                </a:gs>
                <a:gs pos="0">
                  <a:schemeClr val="bg1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ReLU</a:t>
              </a:r>
              <a:endPara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E8B38B1-7EA1-EE9F-E62C-A62FD3588BB1}"/>
                </a:ext>
              </a:extLst>
            </p:cNvPr>
            <p:cNvSpPr txBox="1"/>
            <p:nvPr/>
          </p:nvSpPr>
          <p:spPr>
            <a:xfrm>
              <a:off x="3000341" y="5001246"/>
              <a:ext cx="2177593" cy="4741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Dropout (0.2)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32A0207-58E9-3B07-6B2D-B9F4D332E0B7}"/>
              </a:ext>
            </a:extLst>
          </p:cNvPr>
          <p:cNvGrpSpPr/>
          <p:nvPr/>
        </p:nvGrpSpPr>
        <p:grpSpPr>
          <a:xfrm rot="16200000">
            <a:off x="5173582" y="2674965"/>
            <a:ext cx="2607070" cy="1292244"/>
            <a:chOff x="2799205" y="3704735"/>
            <a:chExt cx="2469823" cy="1809946"/>
          </a:xfrm>
        </p:grpSpPr>
        <p:sp>
          <p:nvSpPr>
            <p:cNvPr id="13" name="Rounded Rectangle 7">
              <a:extLst>
                <a:ext uri="{FF2B5EF4-FFF2-40B4-BE49-F238E27FC236}">
                  <a16:creationId xmlns:a16="http://schemas.microsoft.com/office/drawing/2014/main" id="{6CC643BD-495F-1F97-BA47-751B69B33011}"/>
                </a:ext>
              </a:extLst>
            </p:cNvPr>
            <p:cNvSpPr/>
            <p:nvPr/>
          </p:nvSpPr>
          <p:spPr>
            <a:xfrm>
              <a:off x="2799205" y="3704735"/>
              <a:ext cx="2469823" cy="1809946"/>
            </a:xfrm>
            <a:prstGeom prst="roundRect">
              <a:avLst>
                <a:gd name="adj" fmla="val 5844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Fully Connected Layer 3</a:t>
              </a:r>
            </a:p>
          </p:txBody>
        </p:sp>
        <p:sp>
          <p:nvSpPr>
            <p:cNvPr id="36" name="Round Same Side Corner Rectangle 9">
              <a:extLst>
                <a:ext uri="{FF2B5EF4-FFF2-40B4-BE49-F238E27FC236}">
                  <a16:creationId xmlns:a16="http://schemas.microsoft.com/office/drawing/2014/main" id="{98EFB456-3743-812B-747E-3815D8947C24}"/>
                </a:ext>
              </a:extLst>
            </p:cNvPr>
            <p:cNvSpPr/>
            <p:nvPr/>
          </p:nvSpPr>
          <p:spPr>
            <a:xfrm>
              <a:off x="2868705" y="4168589"/>
              <a:ext cx="2330823" cy="422266"/>
            </a:xfrm>
            <a:prstGeom prst="round2SameRect">
              <a:avLst/>
            </a:prstGeom>
            <a:gradFill>
              <a:gsLst>
                <a:gs pos="100000">
                  <a:srgbClr val="D6E9D6"/>
                </a:gs>
                <a:gs pos="0">
                  <a:schemeClr val="bg1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Linear (32</a:t>
              </a:r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16)</a:t>
              </a:r>
              <a:endPara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Round Same Side Corner Rectangle 10">
              <a:extLst>
                <a:ext uri="{FF2B5EF4-FFF2-40B4-BE49-F238E27FC236}">
                  <a16:creationId xmlns:a16="http://schemas.microsoft.com/office/drawing/2014/main" id="{0D259946-B31B-579C-9271-AE13F8670897}"/>
                </a:ext>
              </a:extLst>
            </p:cNvPr>
            <p:cNvSpPr/>
            <p:nvPr/>
          </p:nvSpPr>
          <p:spPr>
            <a:xfrm rot="10800000">
              <a:off x="2868702" y="5013119"/>
              <a:ext cx="2330823" cy="422267"/>
            </a:xfrm>
            <a:prstGeom prst="round2SameRect">
              <a:avLst/>
            </a:prstGeom>
            <a:gradFill>
              <a:gsLst>
                <a:gs pos="100000">
                  <a:srgbClr val="F9CDCB"/>
                </a:gs>
                <a:gs pos="0">
                  <a:schemeClr val="bg1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22E3075-31A1-CD82-E087-4977D8BAA34A}"/>
                </a:ext>
              </a:extLst>
            </p:cNvPr>
            <p:cNvSpPr/>
            <p:nvPr/>
          </p:nvSpPr>
          <p:spPr>
            <a:xfrm>
              <a:off x="2868704" y="4590855"/>
              <a:ext cx="2330821" cy="422265"/>
            </a:xfrm>
            <a:prstGeom prst="rect">
              <a:avLst/>
            </a:prstGeom>
            <a:gradFill>
              <a:gsLst>
                <a:gs pos="100000">
                  <a:srgbClr val="FFF4CF"/>
                </a:gs>
                <a:gs pos="0">
                  <a:schemeClr val="bg1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ReLU</a:t>
              </a:r>
              <a:endPara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C14EFFB-800C-714A-B317-D239FA6C49F0}"/>
                </a:ext>
              </a:extLst>
            </p:cNvPr>
            <p:cNvSpPr txBox="1"/>
            <p:nvPr/>
          </p:nvSpPr>
          <p:spPr>
            <a:xfrm>
              <a:off x="3000341" y="5001246"/>
              <a:ext cx="2177593" cy="4741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Dropout (0.2)</a:t>
              </a:r>
            </a:p>
          </p:txBody>
        </p:sp>
      </p:grpSp>
      <p:sp>
        <p:nvSpPr>
          <p:cNvPr id="68" name="Arrow: Down 67">
            <a:extLst>
              <a:ext uri="{FF2B5EF4-FFF2-40B4-BE49-F238E27FC236}">
                <a16:creationId xmlns:a16="http://schemas.microsoft.com/office/drawing/2014/main" id="{3CB1D527-4570-D7A7-6B46-64FA2C889E9C}"/>
              </a:ext>
            </a:extLst>
          </p:cNvPr>
          <p:cNvSpPr/>
          <p:nvPr/>
        </p:nvSpPr>
        <p:spPr>
          <a:xfrm rot="16200000">
            <a:off x="8204045" y="3239572"/>
            <a:ext cx="181163" cy="367841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8" name="Rounded Rectangle 92">
            <a:extLst>
              <a:ext uri="{FF2B5EF4-FFF2-40B4-BE49-F238E27FC236}">
                <a16:creationId xmlns:a16="http://schemas.microsoft.com/office/drawing/2014/main" id="{85504D47-4F27-21B8-2475-721119B28F38}"/>
              </a:ext>
            </a:extLst>
          </p:cNvPr>
          <p:cNvSpPr/>
          <p:nvPr/>
        </p:nvSpPr>
        <p:spPr>
          <a:xfrm>
            <a:off x="1278469" y="2757906"/>
            <a:ext cx="1239273" cy="12691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ThicknessHeight</a:t>
            </a:r>
            <a:r>
              <a:rPr lang="en-US" sz="1600" dirty="0">
                <a:solidFill>
                  <a:schemeClr val="tx1"/>
                </a:solidFill>
              </a:rPr>
              <a:t> Angle</a:t>
            </a:r>
          </a:p>
        </p:txBody>
      </p:sp>
    </p:spTree>
    <p:extLst>
      <p:ext uri="{BB962C8B-B14F-4D97-AF65-F5344CB8AC3E}">
        <p14:creationId xmlns:p14="http://schemas.microsoft.com/office/powerpoint/2010/main" val="227985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DF4B0-D8C5-E0B3-8913-8E180ED33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ounded Rectangle 92">
            <a:extLst>
              <a:ext uri="{FF2B5EF4-FFF2-40B4-BE49-F238E27FC236}">
                <a16:creationId xmlns:a16="http://schemas.microsoft.com/office/drawing/2014/main" id="{C773BF5B-E688-25B8-3F51-E09A89C15CD2}"/>
              </a:ext>
            </a:extLst>
          </p:cNvPr>
          <p:cNvSpPr/>
          <p:nvPr/>
        </p:nvSpPr>
        <p:spPr>
          <a:xfrm>
            <a:off x="7152929" y="-13035"/>
            <a:ext cx="4360961" cy="350705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Latent Space</a:t>
            </a:r>
          </a:p>
        </p:txBody>
      </p:sp>
      <p:sp>
        <p:nvSpPr>
          <p:cNvPr id="92" name="Rounded Rectangle 92">
            <a:extLst>
              <a:ext uri="{FF2B5EF4-FFF2-40B4-BE49-F238E27FC236}">
                <a16:creationId xmlns:a16="http://schemas.microsoft.com/office/drawing/2014/main" id="{7CCA3114-923E-D8B8-0FE7-EB44E48AC106}"/>
              </a:ext>
            </a:extLst>
          </p:cNvPr>
          <p:cNvSpPr/>
          <p:nvPr/>
        </p:nvSpPr>
        <p:spPr>
          <a:xfrm>
            <a:off x="67211" y="58131"/>
            <a:ext cx="6541590" cy="264143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Encoder</a:t>
            </a:r>
          </a:p>
        </p:txBody>
      </p:sp>
      <p:sp>
        <p:nvSpPr>
          <p:cNvPr id="91" name="Rounded Rectangle 92">
            <a:extLst>
              <a:ext uri="{FF2B5EF4-FFF2-40B4-BE49-F238E27FC236}">
                <a16:creationId xmlns:a16="http://schemas.microsoft.com/office/drawing/2014/main" id="{80D3DD73-7203-B25A-EBD8-21E71E2B35F8}"/>
              </a:ext>
            </a:extLst>
          </p:cNvPr>
          <p:cNvSpPr/>
          <p:nvPr/>
        </p:nvSpPr>
        <p:spPr>
          <a:xfrm>
            <a:off x="67211" y="3634807"/>
            <a:ext cx="8456117" cy="3171782"/>
          </a:xfrm>
          <a:prstGeom prst="roundRect">
            <a:avLst/>
          </a:prstGeom>
          <a:solidFill>
            <a:srgbClr val="FBDCD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Decoder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792C2A2-D4A9-5B37-00BB-18DFE6A8B669}"/>
              </a:ext>
            </a:extLst>
          </p:cNvPr>
          <p:cNvGrpSpPr/>
          <p:nvPr/>
        </p:nvGrpSpPr>
        <p:grpSpPr>
          <a:xfrm>
            <a:off x="1722841" y="411772"/>
            <a:ext cx="1239273" cy="1859243"/>
            <a:chOff x="2501323" y="3363044"/>
            <a:chExt cx="2168728" cy="2120614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09612C4F-603E-68BD-353F-04263E62F19B}"/>
                </a:ext>
              </a:extLst>
            </p:cNvPr>
            <p:cNvGrpSpPr/>
            <p:nvPr/>
          </p:nvGrpSpPr>
          <p:grpSpPr>
            <a:xfrm rot="16200000">
              <a:off x="2525380" y="3338987"/>
              <a:ext cx="2120614" cy="2168728"/>
              <a:chOff x="2799204" y="3704735"/>
              <a:chExt cx="2469823" cy="1675693"/>
            </a:xfrm>
          </p:grpSpPr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016B01C0-77DC-97A3-A1B5-37B2623F20AC}"/>
                  </a:ext>
                </a:extLst>
              </p:cNvPr>
              <p:cNvSpPr/>
              <p:nvPr/>
            </p:nvSpPr>
            <p:spPr>
              <a:xfrm>
                <a:off x="2799204" y="3704735"/>
                <a:ext cx="2469823" cy="1675693"/>
              </a:xfrm>
              <a:prstGeom prst="roundRect">
                <a:avLst>
                  <a:gd name="adj" fmla="val 5844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Fully Connected Layer 1</a:t>
                </a:r>
              </a:p>
            </p:txBody>
          </p:sp>
          <p:sp>
            <p:nvSpPr>
              <p:cNvPr id="46" name="Round Same Side Corner Rectangle 45">
                <a:extLst>
                  <a:ext uri="{FF2B5EF4-FFF2-40B4-BE49-F238E27FC236}">
                    <a16:creationId xmlns:a16="http://schemas.microsoft.com/office/drawing/2014/main" id="{BC64D46C-9F8E-841A-DF7C-76B2A9D7EF6F}"/>
                  </a:ext>
                </a:extLst>
              </p:cNvPr>
              <p:cNvSpPr/>
              <p:nvPr/>
            </p:nvSpPr>
            <p:spPr>
              <a:xfrm>
                <a:off x="2868707" y="4443742"/>
                <a:ext cx="2330823" cy="422266"/>
              </a:xfrm>
              <a:prstGeom prst="round2SameRect">
                <a:avLst/>
              </a:prstGeom>
              <a:gradFill>
                <a:gsLst>
                  <a:gs pos="100000">
                    <a:srgbClr val="D6E9D6"/>
                  </a:gs>
                  <a:gs pos="0">
                    <a:schemeClr val="bg1"/>
                  </a:gs>
                </a:gsLst>
                <a:path path="circle">
                  <a:fillToRect l="50000" t="50000" r="50000" b="50000"/>
                </a:path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Linear (4</a:t>
                </a:r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64)</a:t>
                </a:r>
                <a:endPara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0" name="Round Same Side Corner Rectangle 49">
              <a:extLst>
                <a:ext uri="{FF2B5EF4-FFF2-40B4-BE49-F238E27FC236}">
                  <a16:creationId xmlns:a16="http://schemas.microsoft.com/office/drawing/2014/main" id="{746AB59F-C734-FF83-A4D7-6E5AA86104B3}"/>
                </a:ext>
              </a:extLst>
            </p:cNvPr>
            <p:cNvSpPr/>
            <p:nvPr/>
          </p:nvSpPr>
          <p:spPr>
            <a:xfrm rot="5400000">
              <a:off x="3270960" y="4150093"/>
              <a:ext cx="2001267" cy="546508"/>
            </a:xfrm>
            <a:prstGeom prst="round2SameRect">
              <a:avLst/>
            </a:prstGeom>
            <a:gradFill>
              <a:gsLst>
                <a:gs pos="100000">
                  <a:srgbClr val="FFF4CF"/>
                </a:gs>
                <a:gs pos="0">
                  <a:schemeClr val="bg1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E2E78FE-53FD-29E8-0014-B00D826B561C}"/>
                </a:ext>
              </a:extLst>
            </p:cNvPr>
            <p:cNvSpPr txBox="1"/>
            <p:nvPr/>
          </p:nvSpPr>
          <p:spPr>
            <a:xfrm rot="16200000">
              <a:off x="3313727" y="4127113"/>
              <a:ext cx="1869703" cy="592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LeakyReLU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50E3E53-A321-7D0A-DA80-E5F93AB16D25}"/>
              </a:ext>
            </a:extLst>
          </p:cNvPr>
          <p:cNvGrpSpPr/>
          <p:nvPr/>
        </p:nvGrpSpPr>
        <p:grpSpPr>
          <a:xfrm>
            <a:off x="3189661" y="411776"/>
            <a:ext cx="1239273" cy="1859243"/>
            <a:chOff x="2501323" y="3363044"/>
            <a:chExt cx="2168728" cy="2120614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B4F4DC0A-432B-8AC8-13F2-1DB5E120A7BE}"/>
                </a:ext>
              </a:extLst>
            </p:cNvPr>
            <p:cNvGrpSpPr/>
            <p:nvPr/>
          </p:nvGrpSpPr>
          <p:grpSpPr>
            <a:xfrm rot="16200000">
              <a:off x="2525380" y="3338987"/>
              <a:ext cx="2120614" cy="2168728"/>
              <a:chOff x="2799204" y="3704735"/>
              <a:chExt cx="2469823" cy="1675693"/>
            </a:xfrm>
          </p:grpSpPr>
          <p:sp>
            <p:nvSpPr>
              <p:cNvPr id="79" name="Rounded Rectangle 44">
                <a:extLst>
                  <a:ext uri="{FF2B5EF4-FFF2-40B4-BE49-F238E27FC236}">
                    <a16:creationId xmlns:a16="http://schemas.microsoft.com/office/drawing/2014/main" id="{0C708840-7FF3-2A8C-F867-BB4F3FB35D79}"/>
                  </a:ext>
                </a:extLst>
              </p:cNvPr>
              <p:cNvSpPr/>
              <p:nvPr/>
            </p:nvSpPr>
            <p:spPr>
              <a:xfrm>
                <a:off x="2799204" y="3704735"/>
                <a:ext cx="2469823" cy="1675693"/>
              </a:xfrm>
              <a:prstGeom prst="roundRect">
                <a:avLst>
                  <a:gd name="adj" fmla="val 5844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Fully Connected Layer 2</a:t>
                </a:r>
              </a:p>
            </p:txBody>
          </p:sp>
          <p:sp>
            <p:nvSpPr>
              <p:cNvPr id="80" name="Round Same Side Corner Rectangle 45">
                <a:extLst>
                  <a:ext uri="{FF2B5EF4-FFF2-40B4-BE49-F238E27FC236}">
                    <a16:creationId xmlns:a16="http://schemas.microsoft.com/office/drawing/2014/main" id="{24E4BA9D-2E79-6644-1FBD-1ED17A7EEE37}"/>
                  </a:ext>
                </a:extLst>
              </p:cNvPr>
              <p:cNvSpPr/>
              <p:nvPr/>
            </p:nvSpPr>
            <p:spPr>
              <a:xfrm>
                <a:off x="2868707" y="4443742"/>
                <a:ext cx="2330823" cy="422266"/>
              </a:xfrm>
              <a:prstGeom prst="round2SameRect">
                <a:avLst/>
              </a:prstGeom>
              <a:gradFill>
                <a:gsLst>
                  <a:gs pos="100000">
                    <a:srgbClr val="D6E9D6"/>
                  </a:gs>
                  <a:gs pos="0">
                    <a:schemeClr val="bg1"/>
                  </a:gs>
                </a:gsLst>
                <a:path path="circle">
                  <a:fillToRect l="50000" t="50000" r="50000" b="50000"/>
                </a:path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Linear (64</a:t>
                </a:r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64)</a:t>
                </a:r>
                <a:endPara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77" name="Round Same Side Corner Rectangle 49">
              <a:extLst>
                <a:ext uri="{FF2B5EF4-FFF2-40B4-BE49-F238E27FC236}">
                  <a16:creationId xmlns:a16="http://schemas.microsoft.com/office/drawing/2014/main" id="{08AA21AA-B42A-F1E7-744D-8AE17EDFABDD}"/>
                </a:ext>
              </a:extLst>
            </p:cNvPr>
            <p:cNvSpPr/>
            <p:nvPr/>
          </p:nvSpPr>
          <p:spPr>
            <a:xfrm rot="5400000">
              <a:off x="3270960" y="4150093"/>
              <a:ext cx="2001267" cy="546508"/>
            </a:xfrm>
            <a:prstGeom prst="round2SameRect">
              <a:avLst/>
            </a:prstGeom>
            <a:gradFill>
              <a:gsLst>
                <a:gs pos="100000">
                  <a:srgbClr val="FFF4CF"/>
                </a:gs>
                <a:gs pos="0">
                  <a:schemeClr val="bg1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028A01DC-D4FA-4340-2DE5-AEEED7A1EBD6}"/>
                </a:ext>
              </a:extLst>
            </p:cNvPr>
            <p:cNvSpPr txBox="1"/>
            <p:nvPr/>
          </p:nvSpPr>
          <p:spPr>
            <a:xfrm rot="16200000">
              <a:off x="3313727" y="4127113"/>
              <a:ext cx="1869703" cy="592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LeakyReLU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3FB1BC81-30EC-8E77-483B-2305C4CDBAF4}"/>
              </a:ext>
            </a:extLst>
          </p:cNvPr>
          <p:cNvGrpSpPr/>
          <p:nvPr/>
        </p:nvGrpSpPr>
        <p:grpSpPr>
          <a:xfrm>
            <a:off x="4637453" y="388686"/>
            <a:ext cx="1239273" cy="1859243"/>
            <a:chOff x="2501323" y="3363044"/>
            <a:chExt cx="2168728" cy="2120614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31580C58-2165-84EA-A004-2E277E79644F}"/>
                </a:ext>
              </a:extLst>
            </p:cNvPr>
            <p:cNvGrpSpPr/>
            <p:nvPr/>
          </p:nvGrpSpPr>
          <p:grpSpPr>
            <a:xfrm rot="16200000">
              <a:off x="2525380" y="3338987"/>
              <a:ext cx="2120614" cy="2168728"/>
              <a:chOff x="2799204" y="3704735"/>
              <a:chExt cx="2469823" cy="1675693"/>
            </a:xfrm>
          </p:grpSpPr>
          <p:sp>
            <p:nvSpPr>
              <p:cNvPr id="85" name="Rounded Rectangle 44">
                <a:extLst>
                  <a:ext uri="{FF2B5EF4-FFF2-40B4-BE49-F238E27FC236}">
                    <a16:creationId xmlns:a16="http://schemas.microsoft.com/office/drawing/2014/main" id="{59D75EFF-C9B8-BCA1-748F-C2B8307AEA1B}"/>
                  </a:ext>
                </a:extLst>
              </p:cNvPr>
              <p:cNvSpPr/>
              <p:nvPr/>
            </p:nvSpPr>
            <p:spPr>
              <a:xfrm>
                <a:off x="2799204" y="3704735"/>
                <a:ext cx="2469823" cy="1675693"/>
              </a:xfrm>
              <a:prstGeom prst="roundRect">
                <a:avLst>
                  <a:gd name="adj" fmla="val 5844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Fully Connected Layer 3</a:t>
                </a:r>
              </a:p>
            </p:txBody>
          </p:sp>
          <p:sp>
            <p:nvSpPr>
              <p:cNvPr id="86" name="Round Same Side Corner Rectangle 45">
                <a:extLst>
                  <a:ext uri="{FF2B5EF4-FFF2-40B4-BE49-F238E27FC236}">
                    <a16:creationId xmlns:a16="http://schemas.microsoft.com/office/drawing/2014/main" id="{DBEE4886-FB0E-9FA6-0619-9B750371A9AC}"/>
                  </a:ext>
                </a:extLst>
              </p:cNvPr>
              <p:cNvSpPr/>
              <p:nvPr/>
            </p:nvSpPr>
            <p:spPr>
              <a:xfrm>
                <a:off x="2868707" y="4443742"/>
                <a:ext cx="2330823" cy="422266"/>
              </a:xfrm>
              <a:prstGeom prst="round2SameRect">
                <a:avLst/>
              </a:prstGeom>
              <a:gradFill>
                <a:gsLst>
                  <a:gs pos="100000">
                    <a:srgbClr val="D6E9D6"/>
                  </a:gs>
                  <a:gs pos="0">
                    <a:schemeClr val="bg1"/>
                  </a:gs>
                </a:gsLst>
                <a:path path="circle">
                  <a:fillToRect l="50000" t="50000" r="50000" b="50000"/>
                </a:path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Linear (64</a:t>
                </a:r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32)</a:t>
                </a:r>
                <a:endPara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83" name="Round Same Side Corner Rectangle 49">
              <a:extLst>
                <a:ext uri="{FF2B5EF4-FFF2-40B4-BE49-F238E27FC236}">
                  <a16:creationId xmlns:a16="http://schemas.microsoft.com/office/drawing/2014/main" id="{F0171E8A-B947-267B-9A58-9648E8E29FC3}"/>
                </a:ext>
              </a:extLst>
            </p:cNvPr>
            <p:cNvSpPr/>
            <p:nvPr/>
          </p:nvSpPr>
          <p:spPr>
            <a:xfrm rot="5400000">
              <a:off x="3270960" y="4150093"/>
              <a:ext cx="2001267" cy="546508"/>
            </a:xfrm>
            <a:prstGeom prst="round2SameRect">
              <a:avLst/>
            </a:prstGeom>
            <a:gradFill>
              <a:gsLst>
                <a:gs pos="100000">
                  <a:srgbClr val="FFF4CF"/>
                </a:gs>
                <a:gs pos="0">
                  <a:schemeClr val="bg1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24B3D54-0FEE-470B-D3F5-B349593FDF60}"/>
                </a:ext>
              </a:extLst>
            </p:cNvPr>
            <p:cNvSpPr txBox="1"/>
            <p:nvPr/>
          </p:nvSpPr>
          <p:spPr>
            <a:xfrm rot="16200000">
              <a:off x="3313727" y="4127113"/>
              <a:ext cx="1869703" cy="592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LeakyReLU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0" name="Rounded Rectangle 44">
            <a:extLst>
              <a:ext uri="{FF2B5EF4-FFF2-40B4-BE49-F238E27FC236}">
                <a16:creationId xmlns:a16="http://schemas.microsoft.com/office/drawing/2014/main" id="{59402543-F63C-1BB5-E582-34614F36A137}"/>
              </a:ext>
            </a:extLst>
          </p:cNvPr>
          <p:cNvSpPr/>
          <p:nvPr/>
        </p:nvSpPr>
        <p:spPr>
          <a:xfrm>
            <a:off x="9557083" y="411772"/>
            <a:ext cx="1539815" cy="1239273"/>
          </a:xfrm>
          <a:prstGeom prst="roundRect">
            <a:avLst>
              <a:gd name="adj" fmla="val 584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 Output Mean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2E8E16F-5C06-4742-E1A9-277566C57675}"/>
              </a:ext>
            </a:extLst>
          </p:cNvPr>
          <p:cNvGrpSpPr/>
          <p:nvPr/>
        </p:nvGrpSpPr>
        <p:grpSpPr>
          <a:xfrm rot="16200000">
            <a:off x="7551384" y="192897"/>
            <a:ext cx="1239273" cy="1599323"/>
            <a:chOff x="3077213" y="3461310"/>
            <a:chExt cx="1913805" cy="2162537"/>
          </a:xfrm>
        </p:grpSpPr>
        <p:sp>
          <p:nvSpPr>
            <p:cNvPr id="26" name="Rounded Rectangle 44">
              <a:extLst>
                <a:ext uri="{FF2B5EF4-FFF2-40B4-BE49-F238E27FC236}">
                  <a16:creationId xmlns:a16="http://schemas.microsoft.com/office/drawing/2014/main" id="{E8316A8A-1851-7EDC-4F2B-B8FC697CAE5F}"/>
                </a:ext>
              </a:extLst>
            </p:cNvPr>
            <p:cNvSpPr/>
            <p:nvPr/>
          </p:nvSpPr>
          <p:spPr>
            <a:xfrm rot="5400000">
              <a:off x="2952850" y="3585678"/>
              <a:ext cx="2162532" cy="1913805"/>
            </a:xfrm>
            <a:prstGeom prst="roundRect">
              <a:avLst>
                <a:gd name="adj" fmla="val 5844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Linear Output Log Variance</a:t>
              </a:r>
            </a:p>
          </p:txBody>
        </p:sp>
        <p:sp>
          <p:nvSpPr>
            <p:cNvPr id="27" name="Round Same Side Corner Rectangle 45">
              <a:extLst>
                <a:ext uri="{FF2B5EF4-FFF2-40B4-BE49-F238E27FC236}">
                  <a16:creationId xmlns:a16="http://schemas.microsoft.com/office/drawing/2014/main" id="{25223269-BDB1-D2D4-3CF9-208FDA6EF064}"/>
                </a:ext>
              </a:extLst>
            </p:cNvPr>
            <p:cNvSpPr/>
            <p:nvPr/>
          </p:nvSpPr>
          <p:spPr>
            <a:xfrm rot="5400000">
              <a:off x="2387496" y="4151028"/>
              <a:ext cx="2162533" cy="783097"/>
            </a:xfrm>
            <a:prstGeom prst="round2SameRect">
              <a:avLst/>
            </a:prstGeom>
            <a:gradFill>
              <a:gsLst>
                <a:gs pos="100000">
                  <a:srgbClr val="D6E9D6"/>
                </a:gs>
                <a:gs pos="0">
                  <a:schemeClr val="bg1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Linear (32</a:t>
              </a:r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3)</a:t>
              </a:r>
              <a:endPara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026" name="Picture 2" descr="Gaussian Distribution - an overview | ScienceDirect Topics">
            <a:extLst>
              <a:ext uri="{FF2B5EF4-FFF2-40B4-BE49-F238E27FC236}">
                <a16:creationId xmlns:a16="http://schemas.microsoft.com/office/drawing/2014/main" id="{46DC930C-114E-D2E6-8758-EC97436411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1653" y="1851517"/>
            <a:ext cx="2196920" cy="1315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61AE482F-83F9-22D9-010C-46E244662780}"/>
              </a:ext>
            </a:extLst>
          </p:cNvPr>
          <p:cNvGrpSpPr/>
          <p:nvPr/>
        </p:nvGrpSpPr>
        <p:grpSpPr>
          <a:xfrm rot="16200000">
            <a:off x="-345343" y="4496567"/>
            <a:ext cx="2607070" cy="1292244"/>
            <a:chOff x="2799205" y="3704735"/>
            <a:chExt cx="2469823" cy="1809946"/>
          </a:xfrm>
        </p:grpSpPr>
        <p:sp>
          <p:nvSpPr>
            <p:cNvPr id="35" name="Rounded Rectangle 7">
              <a:extLst>
                <a:ext uri="{FF2B5EF4-FFF2-40B4-BE49-F238E27FC236}">
                  <a16:creationId xmlns:a16="http://schemas.microsoft.com/office/drawing/2014/main" id="{56D671F3-A755-9332-BBDC-48E441530FB0}"/>
                </a:ext>
              </a:extLst>
            </p:cNvPr>
            <p:cNvSpPr/>
            <p:nvPr/>
          </p:nvSpPr>
          <p:spPr>
            <a:xfrm>
              <a:off x="2799205" y="3704735"/>
              <a:ext cx="2469823" cy="1809946"/>
            </a:xfrm>
            <a:prstGeom prst="roundRect">
              <a:avLst>
                <a:gd name="adj" fmla="val 5844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Reparameterization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Round Same Side Corner Rectangle 9">
                  <a:extLst>
                    <a:ext uri="{FF2B5EF4-FFF2-40B4-BE49-F238E27FC236}">
                      <a16:creationId xmlns:a16="http://schemas.microsoft.com/office/drawing/2014/main" id="{B7A44439-F439-0575-7D20-7C39BE52478D}"/>
                    </a:ext>
                  </a:extLst>
                </p:cNvPr>
                <p:cNvSpPr/>
                <p:nvPr/>
              </p:nvSpPr>
              <p:spPr>
                <a:xfrm>
                  <a:off x="2868705" y="4168589"/>
                  <a:ext cx="2330823" cy="422266"/>
                </a:xfrm>
                <a:prstGeom prst="round2SameRect">
                  <a:avLst/>
                </a:prstGeom>
                <a:gradFill>
                  <a:gsLst>
                    <a:gs pos="100000">
                      <a:srgbClr val="D6E9D6"/>
                    </a:gs>
                    <a:gs pos="0">
                      <a:schemeClr val="bg1"/>
                    </a:gs>
                  </a:gsLst>
                  <a:path path="circle">
                    <a:fillToRect l="50000" t="50000" r="50000" b="50000"/>
                  </a:path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𝜎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= </m:t>
                        </m:r>
                        <m:rad>
                          <m:radPr>
                            <m:degHide m:val="on"/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𝑙𝑜𝑔𝑣𝑎𝑟</m:t>
                                </m:r>
                              </m:sup>
                            </m:sSup>
                          </m:e>
                        </m:rad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37" name="Round Same Side Corner Rectangle 9">
                  <a:extLst>
                    <a:ext uri="{FF2B5EF4-FFF2-40B4-BE49-F238E27FC236}">
                      <a16:creationId xmlns:a16="http://schemas.microsoft.com/office/drawing/2014/main" id="{B7A44439-F439-0575-7D20-7C39BE52478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8705" y="4168589"/>
                  <a:ext cx="2330823" cy="422266"/>
                </a:xfrm>
                <a:prstGeom prst="round2SameRect">
                  <a:avLst/>
                </a:prstGeom>
                <a:blipFill>
                  <a:blip r:embed="rId4"/>
                  <a:stretch>
                    <a:fillRect r="-192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Round Same Side Corner Rectangle 10">
              <a:extLst>
                <a:ext uri="{FF2B5EF4-FFF2-40B4-BE49-F238E27FC236}">
                  <a16:creationId xmlns:a16="http://schemas.microsoft.com/office/drawing/2014/main" id="{B716ED70-F7A9-2288-536A-2694188BFE05}"/>
                </a:ext>
              </a:extLst>
            </p:cNvPr>
            <p:cNvSpPr/>
            <p:nvPr/>
          </p:nvSpPr>
          <p:spPr>
            <a:xfrm rot="10800000">
              <a:off x="2868702" y="5013119"/>
              <a:ext cx="2330823" cy="422267"/>
            </a:xfrm>
            <a:prstGeom prst="round2SameRect">
              <a:avLst/>
            </a:prstGeom>
            <a:gradFill>
              <a:gsLst>
                <a:gs pos="100000">
                  <a:srgbClr val="F9CDCB"/>
                </a:gs>
                <a:gs pos="0">
                  <a:schemeClr val="bg1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1BDDCD83-0BB0-B2D3-D341-DB24DE9ABA1D}"/>
                    </a:ext>
                  </a:extLst>
                </p:cNvPr>
                <p:cNvSpPr/>
                <p:nvPr/>
              </p:nvSpPr>
              <p:spPr>
                <a:xfrm>
                  <a:off x="2868704" y="4590856"/>
                  <a:ext cx="2330821" cy="422265"/>
                </a:xfrm>
                <a:prstGeom prst="rect">
                  <a:avLst/>
                </a:prstGeom>
                <a:gradFill>
                  <a:gsLst>
                    <a:gs pos="100000">
                      <a:srgbClr val="FFF4CF"/>
                    </a:gs>
                    <a:gs pos="0">
                      <a:schemeClr val="bg1"/>
                    </a:gs>
                  </a:gsLst>
                  <a:path path="circle">
                    <a:fillToRect l="50000" t="50000" r="50000" b="50000"/>
                  </a:path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𝜖</m:t>
                        </m:r>
                        <m: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∽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(0,1)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1BDDCD83-0BB0-B2D3-D341-DB24DE9ABA1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8704" y="4590856"/>
                  <a:ext cx="2330821" cy="422265"/>
                </a:xfrm>
                <a:prstGeom prst="rect">
                  <a:avLst/>
                </a:prstGeom>
                <a:blipFill>
                  <a:blip r:embed="rId5"/>
                  <a:stretch>
                    <a:fillRect r="-153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59B17D1A-3936-79BA-6F8C-948FD06F05AF}"/>
                    </a:ext>
                  </a:extLst>
                </p:cNvPr>
                <p:cNvSpPr txBox="1"/>
                <p:nvPr/>
              </p:nvSpPr>
              <p:spPr>
                <a:xfrm>
                  <a:off x="3000341" y="5001246"/>
                  <a:ext cx="2177593" cy="4741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𝑧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𝜇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𝜎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𝜖</m:t>
                        </m:r>
                      </m:oMath>
                    </m:oMathPara>
                  </a14:m>
                  <a:endParaRPr lang="en-US" sz="16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59B17D1A-3936-79BA-6F8C-948FD06F05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0341" y="5001246"/>
                  <a:ext cx="2177593" cy="474186"/>
                </a:xfrm>
                <a:prstGeom prst="rect">
                  <a:avLst/>
                </a:prstGeom>
                <a:blipFill>
                  <a:blip r:embed="rId6"/>
                  <a:stretch>
                    <a:fillRect r="-17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8" name="Round Same Side Corner Rectangle 45">
            <a:extLst>
              <a:ext uri="{FF2B5EF4-FFF2-40B4-BE49-F238E27FC236}">
                <a16:creationId xmlns:a16="http://schemas.microsoft.com/office/drawing/2014/main" id="{B65CCBF1-1389-7FB8-CB67-134AB74F6B36}"/>
              </a:ext>
            </a:extLst>
          </p:cNvPr>
          <p:cNvSpPr/>
          <p:nvPr/>
        </p:nvSpPr>
        <p:spPr>
          <a:xfrm>
            <a:off x="9557081" y="1143955"/>
            <a:ext cx="1539815" cy="507090"/>
          </a:xfrm>
          <a:prstGeom prst="round2SameRect">
            <a:avLst/>
          </a:prstGeom>
          <a:gradFill>
            <a:gsLst>
              <a:gs pos="100000">
                <a:srgbClr val="D6E9D6"/>
              </a:gs>
              <a:gs pos="0">
                <a:schemeClr val="bg1"/>
              </a:gs>
            </a:gsLst>
            <a:path path="circle">
              <a:fillToRect l="50000" t="50000" r="50000" b="50000"/>
            </a:path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 (32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3)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Rounded Rectangle 92">
            <a:extLst>
              <a:ext uri="{FF2B5EF4-FFF2-40B4-BE49-F238E27FC236}">
                <a16:creationId xmlns:a16="http://schemas.microsoft.com/office/drawing/2014/main" id="{50B61B79-B767-6635-36E8-729A50B46A78}"/>
              </a:ext>
            </a:extLst>
          </p:cNvPr>
          <p:cNvSpPr/>
          <p:nvPr/>
        </p:nvSpPr>
        <p:spPr>
          <a:xfrm>
            <a:off x="233445" y="706797"/>
            <a:ext cx="1239273" cy="12691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ThicknessHeight</a:t>
            </a:r>
            <a:r>
              <a:rPr lang="en-US" sz="1600" dirty="0">
                <a:solidFill>
                  <a:schemeClr val="tx1"/>
                </a:solidFill>
              </a:rPr>
              <a:t> Angle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+ 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Stiffness</a:t>
            </a:r>
          </a:p>
        </p:txBody>
      </p:sp>
      <p:sp>
        <p:nvSpPr>
          <p:cNvPr id="52" name="Rounded Rectangle 92">
            <a:extLst>
              <a:ext uri="{FF2B5EF4-FFF2-40B4-BE49-F238E27FC236}">
                <a16:creationId xmlns:a16="http://schemas.microsoft.com/office/drawing/2014/main" id="{901432F2-3944-ED1A-CA5F-356AB1002DA7}"/>
              </a:ext>
            </a:extLst>
          </p:cNvPr>
          <p:cNvSpPr/>
          <p:nvPr/>
        </p:nvSpPr>
        <p:spPr>
          <a:xfrm>
            <a:off x="1769178" y="4828213"/>
            <a:ext cx="1039375" cy="767592"/>
          </a:xfrm>
          <a:prstGeom prst="roundRect">
            <a:avLst/>
          </a:prstGeom>
          <a:solidFill>
            <a:srgbClr val="E9F3E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Z 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+ Stiffness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3833517-F309-C1A7-0AF0-577457DF3CF8}"/>
              </a:ext>
            </a:extLst>
          </p:cNvPr>
          <p:cNvGrpSpPr/>
          <p:nvPr/>
        </p:nvGrpSpPr>
        <p:grpSpPr>
          <a:xfrm>
            <a:off x="3019478" y="4282391"/>
            <a:ext cx="1239273" cy="1859243"/>
            <a:chOff x="2501323" y="3363044"/>
            <a:chExt cx="2168728" cy="2120614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E3B4FC7E-BB15-7139-1C0C-525C5DA06CBD}"/>
                </a:ext>
              </a:extLst>
            </p:cNvPr>
            <p:cNvGrpSpPr/>
            <p:nvPr/>
          </p:nvGrpSpPr>
          <p:grpSpPr>
            <a:xfrm rot="16200000">
              <a:off x="2525380" y="3338987"/>
              <a:ext cx="2120614" cy="2168728"/>
              <a:chOff x="2799204" y="3704735"/>
              <a:chExt cx="2469823" cy="1675693"/>
            </a:xfrm>
          </p:grpSpPr>
          <p:sp>
            <p:nvSpPr>
              <p:cNvPr id="59" name="Rounded Rectangle 44">
                <a:extLst>
                  <a:ext uri="{FF2B5EF4-FFF2-40B4-BE49-F238E27FC236}">
                    <a16:creationId xmlns:a16="http://schemas.microsoft.com/office/drawing/2014/main" id="{9E760B12-0104-F2AA-C6FA-1C8F51AEACD3}"/>
                  </a:ext>
                </a:extLst>
              </p:cNvPr>
              <p:cNvSpPr/>
              <p:nvPr/>
            </p:nvSpPr>
            <p:spPr>
              <a:xfrm>
                <a:off x="2799204" y="3704735"/>
                <a:ext cx="2469823" cy="1675693"/>
              </a:xfrm>
              <a:prstGeom prst="roundRect">
                <a:avLst>
                  <a:gd name="adj" fmla="val 5844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Fully Connected Layer 4</a:t>
                </a:r>
              </a:p>
            </p:txBody>
          </p:sp>
          <p:sp>
            <p:nvSpPr>
              <p:cNvPr id="60" name="Round Same Side Corner Rectangle 45">
                <a:extLst>
                  <a:ext uri="{FF2B5EF4-FFF2-40B4-BE49-F238E27FC236}">
                    <a16:creationId xmlns:a16="http://schemas.microsoft.com/office/drawing/2014/main" id="{553EC9D3-7B43-50DE-7762-F3FF4EEB1BEA}"/>
                  </a:ext>
                </a:extLst>
              </p:cNvPr>
              <p:cNvSpPr/>
              <p:nvPr/>
            </p:nvSpPr>
            <p:spPr>
              <a:xfrm>
                <a:off x="2868707" y="4443742"/>
                <a:ext cx="2330823" cy="422266"/>
              </a:xfrm>
              <a:prstGeom prst="round2SameRect">
                <a:avLst/>
              </a:prstGeom>
              <a:gradFill>
                <a:gsLst>
                  <a:gs pos="100000">
                    <a:srgbClr val="D6E9D6"/>
                  </a:gs>
                  <a:gs pos="0">
                    <a:schemeClr val="bg1"/>
                  </a:gs>
                </a:gsLst>
                <a:path path="circle">
                  <a:fillToRect l="50000" t="50000" r="50000" b="50000"/>
                </a:path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Linear (4</a:t>
                </a:r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32)</a:t>
                </a:r>
                <a:endPara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7" name="Round Same Side Corner Rectangle 49">
              <a:extLst>
                <a:ext uri="{FF2B5EF4-FFF2-40B4-BE49-F238E27FC236}">
                  <a16:creationId xmlns:a16="http://schemas.microsoft.com/office/drawing/2014/main" id="{B964F912-CBC2-DDC7-FD2F-3894BD72FE23}"/>
                </a:ext>
              </a:extLst>
            </p:cNvPr>
            <p:cNvSpPr/>
            <p:nvPr/>
          </p:nvSpPr>
          <p:spPr>
            <a:xfrm rot="5400000">
              <a:off x="3270960" y="4150093"/>
              <a:ext cx="2001267" cy="546508"/>
            </a:xfrm>
            <a:prstGeom prst="round2SameRect">
              <a:avLst/>
            </a:prstGeom>
            <a:gradFill>
              <a:gsLst>
                <a:gs pos="100000">
                  <a:srgbClr val="FFF4CF"/>
                </a:gs>
                <a:gs pos="0">
                  <a:schemeClr val="bg1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78281D6-CF7D-ECA7-8276-512803730887}"/>
                </a:ext>
              </a:extLst>
            </p:cNvPr>
            <p:cNvSpPr txBox="1"/>
            <p:nvPr/>
          </p:nvSpPr>
          <p:spPr>
            <a:xfrm rot="16200000">
              <a:off x="3313727" y="4127113"/>
              <a:ext cx="1869703" cy="592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LeakyReLU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65CF24F2-DA31-8462-DFCC-8778862D8C7A}"/>
              </a:ext>
            </a:extLst>
          </p:cNvPr>
          <p:cNvGrpSpPr/>
          <p:nvPr/>
        </p:nvGrpSpPr>
        <p:grpSpPr>
          <a:xfrm>
            <a:off x="4451637" y="4282391"/>
            <a:ext cx="1239273" cy="1859243"/>
            <a:chOff x="2501323" y="3363044"/>
            <a:chExt cx="2168728" cy="2120614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2803E1F1-4D2E-83A7-791D-409500198EE2}"/>
                </a:ext>
              </a:extLst>
            </p:cNvPr>
            <p:cNvGrpSpPr/>
            <p:nvPr/>
          </p:nvGrpSpPr>
          <p:grpSpPr>
            <a:xfrm rot="16200000">
              <a:off x="2525380" y="3338987"/>
              <a:ext cx="2120614" cy="2168728"/>
              <a:chOff x="2799204" y="3704735"/>
              <a:chExt cx="2469823" cy="1675693"/>
            </a:xfrm>
          </p:grpSpPr>
          <p:sp>
            <p:nvSpPr>
              <p:cNvPr id="66" name="Rounded Rectangle 44">
                <a:extLst>
                  <a:ext uri="{FF2B5EF4-FFF2-40B4-BE49-F238E27FC236}">
                    <a16:creationId xmlns:a16="http://schemas.microsoft.com/office/drawing/2014/main" id="{D969D02F-CD65-E0C6-D3A9-69AEC630EAB3}"/>
                  </a:ext>
                </a:extLst>
              </p:cNvPr>
              <p:cNvSpPr/>
              <p:nvPr/>
            </p:nvSpPr>
            <p:spPr>
              <a:xfrm>
                <a:off x="2799204" y="3704735"/>
                <a:ext cx="2469823" cy="1675693"/>
              </a:xfrm>
              <a:prstGeom prst="roundRect">
                <a:avLst>
                  <a:gd name="adj" fmla="val 5844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Fully Connected Layer 5</a:t>
                </a:r>
              </a:p>
            </p:txBody>
          </p:sp>
          <p:sp>
            <p:nvSpPr>
              <p:cNvPr id="67" name="Round Same Side Corner Rectangle 45">
                <a:extLst>
                  <a:ext uri="{FF2B5EF4-FFF2-40B4-BE49-F238E27FC236}">
                    <a16:creationId xmlns:a16="http://schemas.microsoft.com/office/drawing/2014/main" id="{23E2510D-9176-1501-8BF3-B4F48B53781C}"/>
                  </a:ext>
                </a:extLst>
              </p:cNvPr>
              <p:cNvSpPr/>
              <p:nvPr/>
            </p:nvSpPr>
            <p:spPr>
              <a:xfrm>
                <a:off x="2868707" y="4443742"/>
                <a:ext cx="2330823" cy="422266"/>
              </a:xfrm>
              <a:prstGeom prst="round2SameRect">
                <a:avLst/>
              </a:prstGeom>
              <a:gradFill>
                <a:gsLst>
                  <a:gs pos="100000">
                    <a:srgbClr val="D6E9D6"/>
                  </a:gs>
                  <a:gs pos="0">
                    <a:schemeClr val="bg1"/>
                  </a:gs>
                </a:gsLst>
                <a:path path="circle">
                  <a:fillToRect l="50000" t="50000" r="50000" b="50000"/>
                </a:path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Linear (32</a:t>
                </a:r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64)</a:t>
                </a:r>
                <a:endPara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3" name="Round Same Side Corner Rectangle 49">
              <a:extLst>
                <a:ext uri="{FF2B5EF4-FFF2-40B4-BE49-F238E27FC236}">
                  <a16:creationId xmlns:a16="http://schemas.microsoft.com/office/drawing/2014/main" id="{61B0DB10-A16D-B15F-7BBE-C1A23F12A513}"/>
                </a:ext>
              </a:extLst>
            </p:cNvPr>
            <p:cNvSpPr/>
            <p:nvPr/>
          </p:nvSpPr>
          <p:spPr>
            <a:xfrm rot="5400000">
              <a:off x="3270960" y="4150093"/>
              <a:ext cx="2001267" cy="546508"/>
            </a:xfrm>
            <a:prstGeom prst="round2SameRect">
              <a:avLst/>
            </a:prstGeom>
            <a:gradFill>
              <a:gsLst>
                <a:gs pos="100000">
                  <a:srgbClr val="FFF4CF"/>
                </a:gs>
                <a:gs pos="0">
                  <a:schemeClr val="bg1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D1A1685-19F5-F863-354A-DC712A73AB43}"/>
                </a:ext>
              </a:extLst>
            </p:cNvPr>
            <p:cNvSpPr txBox="1"/>
            <p:nvPr/>
          </p:nvSpPr>
          <p:spPr>
            <a:xfrm rot="16200000">
              <a:off x="3313727" y="4127113"/>
              <a:ext cx="1869703" cy="592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LeakyReLU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3401DEC4-1B30-1C63-29C4-5406505E18CE}"/>
              </a:ext>
            </a:extLst>
          </p:cNvPr>
          <p:cNvGrpSpPr/>
          <p:nvPr/>
        </p:nvGrpSpPr>
        <p:grpSpPr>
          <a:xfrm>
            <a:off x="5909228" y="4282391"/>
            <a:ext cx="1239273" cy="1859243"/>
            <a:chOff x="2501323" y="3363044"/>
            <a:chExt cx="2168728" cy="2120614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AB4DEE2A-B0BE-20A4-D5F6-926A84FFBC5C}"/>
                </a:ext>
              </a:extLst>
            </p:cNvPr>
            <p:cNvGrpSpPr/>
            <p:nvPr/>
          </p:nvGrpSpPr>
          <p:grpSpPr>
            <a:xfrm rot="16200000">
              <a:off x="2525380" y="3338987"/>
              <a:ext cx="2120614" cy="2168728"/>
              <a:chOff x="2799204" y="3704735"/>
              <a:chExt cx="2469823" cy="1675693"/>
            </a:xfrm>
          </p:grpSpPr>
          <p:sp>
            <p:nvSpPr>
              <p:cNvPr id="73" name="Rounded Rectangle 44">
                <a:extLst>
                  <a:ext uri="{FF2B5EF4-FFF2-40B4-BE49-F238E27FC236}">
                    <a16:creationId xmlns:a16="http://schemas.microsoft.com/office/drawing/2014/main" id="{D1AB0067-8E00-EAAA-E6CA-87E277B7255A}"/>
                  </a:ext>
                </a:extLst>
              </p:cNvPr>
              <p:cNvSpPr/>
              <p:nvPr/>
            </p:nvSpPr>
            <p:spPr>
              <a:xfrm>
                <a:off x="2799204" y="3704735"/>
                <a:ext cx="2469823" cy="1675693"/>
              </a:xfrm>
              <a:prstGeom prst="roundRect">
                <a:avLst>
                  <a:gd name="adj" fmla="val 5844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Fully Connected Layer 6</a:t>
                </a:r>
              </a:p>
            </p:txBody>
          </p:sp>
          <p:sp>
            <p:nvSpPr>
              <p:cNvPr id="74" name="Round Same Side Corner Rectangle 45">
                <a:extLst>
                  <a:ext uri="{FF2B5EF4-FFF2-40B4-BE49-F238E27FC236}">
                    <a16:creationId xmlns:a16="http://schemas.microsoft.com/office/drawing/2014/main" id="{54FCB4A1-F2EF-A1FE-055F-0F0596AB6B78}"/>
                  </a:ext>
                </a:extLst>
              </p:cNvPr>
              <p:cNvSpPr/>
              <p:nvPr/>
            </p:nvSpPr>
            <p:spPr>
              <a:xfrm>
                <a:off x="2868707" y="4443742"/>
                <a:ext cx="2330823" cy="422266"/>
              </a:xfrm>
              <a:prstGeom prst="round2SameRect">
                <a:avLst/>
              </a:prstGeom>
              <a:gradFill>
                <a:gsLst>
                  <a:gs pos="100000">
                    <a:srgbClr val="D6E9D6"/>
                  </a:gs>
                  <a:gs pos="0">
                    <a:schemeClr val="bg1"/>
                  </a:gs>
                </a:gsLst>
                <a:path path="circle">
                  <a:fillToRect l="50000" t="50000" r="50000" b="50000"/>
                </a:path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Linear (64</a:t>
                </a:r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64)</a:t>
                </a:r>
                <a:endPara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71" name="Round Same Side Corner Rectangle 49">
              <a:extLst>
                <a:ext uri="{FF2B5EF4-FFF2-40B4-BE49-F238E27FC236}">
                  <a16:creationId xmlns:a16="http://schemas.microsoft.com/office/drawing/2014/main" id="{943E9A66-1871-B013-48B0-740E6A732F61}"/>
                </a:ext>
              </a:extLst>
            </p:cNvPr>
            <p:cNvSpPr/>
            <p:nvPr/>
          </p:nvSpPr>
          <p:spPr>
            <a:xfrm rot="5400000">
              <a:off x="3270960" y="4150093"/>
              <a:ext cx="2001267" cy="546508"/>
            </a:xfrm>
            <a:prstGeom prst="round2SameRect">
              <a:avLst/>
            </a:prstGeom>
            <a:gradFill>
              <a:gsLst>
                <a:gs pos="100000">
                  <a:srgbClr val="FFF4CF"/>
                </a:gs>
                <a:gs pos="0">
                  <a:schemeClr val="bg1"/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52E0C1F9-0AF0-7521-F33B-9E70A5A91267}"/>
                </a:ext>
              </a:extLst>
            </p:cNvPr>
            <p:cNvSpPr txBox="1"/>
            <p:nvPr/>
          </p:nvSpPr>
          <p:spPr>
            <a:xfrm rot="16200000">
              <a:off x="3313727" y="4127113"/>
              <a:ext cx="1869703" cy="592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LeakyReLU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7" name="Rounded Rectangle 64">
            <a:extLst>
              <a:ext uri="{FF2B5EF4-FFF2-40B4-BE49-F238E27FC236}">
                <a16:creationId xmlns:a16="http://schemas.microsoft.com/office/drawing/2014/main" id="{616E91A7-B813-5077-730D-069DB1AE59B4}"/>
              </a:ext>
            </a:extLst>
          </p:cNvPr>
          <p:cNvSpPr/>
          <p:nvPr/>
        </p:nvSpPr>
        <p:spPr>
          <a:xfrm rot="16200000">
            <a:off x="6475593" y="4953298"/>
            <a:ext cx="2246108" cy="593021"/>
          </a:xfrm>
          <a:prstGeom prst="roundRect">
            <a:avLst/>
          </a:prstGeom>
          <a:gradFill>
            <a:gsLst>
              <a:gs pos="100000">
                <a:srgbClr val="DAE4F4"/>
              </a:gs>
              <a:gs pos="0">
                <a:schemeClr val="bg1"/>
              </a:gs>
            </a:gsLst>
            <a:path path="circle">
              <a:fillToRect l="50000" t="50000" r="50000" b="50000"/>
            </a:path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 Output (64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3)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3364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</TotalTime>
  <Words>177</Words>
  <Application>Microsoft Office PowerPoint</Application>
  <PresentationFormat>Widescreen</PresentationFormat>
  <Paragraphs>85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Tonge, Tiana</dc:creator>
  <cp:lastModifiedBy>Mason Menser</cp:lastModifiedBy>
  <cp:revision>3</cp:revision>
  <dcterms:created xsi:type="dcterms:W3CDTF">2026-03-26T21:03:22Z</dcterms:created>
  <dcterms:modified xsi:type="dcterms:W3CDTF">2026-03-30T07:16:47Z</dcterms:modified>
</cp:coreProperties>
</file>